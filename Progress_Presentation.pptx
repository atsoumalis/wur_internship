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79"/>
  </p:normalViewPr>
  <p:slideViewPr>
    <p:cSldViewPr snapToGrid="0">
      <p:cViewPr varScale="1">
        <p:scale>
          <a:sx n="91" d="100"/>
          <a:sy n="91" d="100"/>
        </p:scale>
        <p:origin x="192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D1B3C-07FD-C305-8AB3-462CCE080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9C5DB-F078-A44A-932C-CB0235D99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61E3F-A677-C900-44E7-3A71E2BF8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26EF-7488-3B4B-90C2-F42B1F2B668B}" type="datetimeFigureOut">
              <a:rPr lang="en-GR" smtClean="0"/>
              <a:t>12/5/26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84545-6247-049E-61A9-D97AF6749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4A1C5-ECE4-F29D-B7BC-4B45AAD58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956B-6ED0-9D44-AE30-8CCDD0D0562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549688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6DD8F-4991-4B71-9D11-2B61358FB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53C85-7F94-E93E-12F8-E315E6F72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321C4-974C-1582-2C91-CBCED22DC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26EF-7488-3B4B-90C2-F42B1F2B668B}" type="datetimeFigureOut">
              <a:rPr lang="en-GR" smtClean="0"/>
              <a:t>12/5/26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A699E-E470-7657-4367-E7526522D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119D6-41EF-2DB7-D9CB-CE28C9BEF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956B-6ED0-9D44-AE30-8CCDD0D0562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422165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B5E5E-9C9B-5F71-482E-9CEA7EA38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2C51E-666C-6CD4-C68D-DB0E01977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8D95D-81D9-6FEA-54A9-C3A1E910C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26EF-7488-3B4B-90C2-F42B1F2B668B}" type="datetimeFigureOut">
              <a:rPr lang="en-GR" smtClean="0"/>
              <a:t>12/5/26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6BE67-0573-8C58-5075-F7FCDC9C7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E9289-A4FE-595F-39C8-7C872953B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956B-6ED0-9D44-AE30-8CCDD0D0562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487879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59AB1-D03D-020F-F616-AF6D156BC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1A9BE-2ADD-DEC6-2447-F3881402B1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DB8DFB-5CCE-F49C-B751-4D7CAD101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5DA49-34DE-4710-2B4F-B267984E8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26EF-7488-3B4B-90C2-F42B1F2B668B}" type="datetimeFigureOut">
              <a:rPr lang="en-GR" smtClean="0"/>
              <a:t>12/5/26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2DFD1-FAE0-8111-2A2E-465CEF9C7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01A26-72F0-25A2-B069-83B724CEE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956B-6ED0-9D44-AE30-8CCDD0D0562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87925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E878D-C033-73F7-9064-11141BD19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B933A-6880-D01B-A715-A2083F743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E96B4B-59E1-946D-B04A-666CE940B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F115D0-DE85-88BA-70DA-0804DEB9F8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119686-7D21-30E9-869D-70AF323515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5D97A9-73C5-7510-FE34-A0B521AB5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26EF-7488-3B4B-90C2-F42B1F2B668B}" type="datetimeFigureOut">
              <a:rPr lang="en-GR" smtClean="0"/>
              <a:t>12/5/26</a:t>
            </a:fld>
            <a:endParaRPr lang="en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7D622F-1F6B-845E-337B-DF8D7DC25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2CFF40-D74F-D99F-AA05-8A16D6597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956B-6ED0-9D44-AE30-8CCDD0D0562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995342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12041-7F0C-D0F5-822B-51E4B6621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E570A1-DA38-7695-4635-4D623AC7F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26EF-7488-3B4B-90C2-F42B1F2B668B}" type="datetimeFigureOut">
              <a:rPr lang="en-GR" smtClean="0"/>
              <a:t>12/5/26</a:t>
            </a:fld>
            <a:endParaRPr lang="en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C88A27-9F2B-0A9D-EFB6-EBF464F1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EBD0A5-E670-1D96-0966-7CA23F56D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956B-6ED0-9D44-AE30-8CCDD0D0562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907732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3263E-C2F2-8282-50AF-DF098F1B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26EF-7488-3B4B-90C2-F42B1F2B668B}" type="datetimeFigureOut">
              <a:rPr lang="en-GR" smtClean="0"/>
              <a:t>12/5/26</a:t>
            </a:fld>
            <a:endParaRPr lang="en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1677D4-858E-4AB7-53AF-E0FB6802D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62234-2BD0-D8A3-15ED-057DBC64B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956B-6ED0-9D44-AE30-8CCDD0D0562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664054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D818A-CCD7-0433-D9B2-A75F9F619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0F73E-86C6-949F-9CFE-C0434EE2B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4E30D6-905E-F692-F14E-EF4890517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16111-F6D0-441D-4770-384DFFD97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26EF-7488-3B4B-90C2-F42B1F2B668B}" type="datetimeFigureOut">
              <a:rPr lang="en-GR" smtClean="0"/>
              <a:t>12/5/26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EF130-237F-4459-1F6E-6EAD7941B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5F72B-81FF-8E1D-9A15-BEF01C6B3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956B-6ED0-9D44-AE30-8CCDD0D0562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717574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DBB4F-5A78-B6CB-C7D7-4A1ABD32A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711196-3B4C-C98B-4019-0517EE487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8DAE3-C0F2-6230-7B9A-E334605CA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D13E2-589A-A5B1-86BF-592D14116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26EF-7488-3B4B-90C2-F42B1F2B668B}" type="datetimeFigureOut">
              <a:rPr lang="en-GR" smtClean="0"/>
              <a:t>12/5/26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D8165-A3D7-6C4A-503E-35E7EB7AC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721AF-6E69-706D-C37A-1ED85C4A8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956B-6ED0-9D44-AE30-8CCDD0D0562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081943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36704-CC51-A26B-47BD-4769B0B65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9900DE-5728-435B-DF9B-7B26B3274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0E1E4-DAC9-693C-4E96-7451A8B2D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26EF-7488-3B4B-90C2-F42B1F2B668B}" type="datetimeFigureOut">
              <a:rPr lang="en-GR" smtClean="0"/>
              <a:t>12/5/26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9C36F-9AF7-C060-6080-82CA1E37A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3ECBF-EA3D-EEC1-BC6F-2CD444D5F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956B-6ED0-9D44-AE30-8CCDD0D0562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373593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8B3FDD-D5FF-C909-18BE-39ED13238C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8B6C84-D951-2EEA-1DC0-2D44BC7D8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56746-CEEF-831C-C3A1-35589536E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26EF-7488-3B4B-90C2-F42B1F2B668B}" type="datetimeFigureOut">
              <a:rPr lang="en-GR" smtClean="0"/>
              <a:t>12/5/26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C7233-3E65-B9DC-F5F1-0FCC4811A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B2880-8464-C423-B222-3438A805E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956B-6ED0-9D44-AE30-8CCDD0D0562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326410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87199C-E62C-4525-3E37-AEB07366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3C011-4F05-BCA1-4CB3-16D855FB5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2DF19-1BA8-62D2-CFE3-D39B003B9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4A26EF-7488-3B4B-90C2-F42B1F2B668B}" type="datetimeFigureOut">
              <a:rPr lang="en-GR" smtClean="0"/>
              <a:t>12/5/26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0B995-2ECA-086B-1DCD-F53599A6BC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F069-AC3F-AF94-1E38-DA6744078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07956B-6ED0-9D44-AE30-8CCDD0D0562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45009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1F3B1-F63B-2CE8-5FB4-01DB22DB27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89DDBF-847A-1CDF-4923-0833E1A691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81439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F00618A9-7630-220E-EC72-E749AF72C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392" y="948299"/>
            <a:ext cx="7043518" cy="43424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875634-B0E4-3995-520D-94A89BEC6F37}"/>
              </a:ext>
            </a:extLst>
          </p:cNvPr>
          <p:cNvSpPr txBox="1"/>
          <p:nvPr/>
        </p:nvSpPr>
        <p:spPr>
          <a:xfrm>
            <a:off x="334108" y="5448036"/>
            <a:ext cx="102729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R" dirty="0"/>
              <a:t>By setting the core threshold = 4, we have 15 drought-enriched and 2 drought-depleted core metabolites across the 7275 features.(less than 0.3%)</a:t>
            </a:r>
          </a:p>
        </p:txBody>
      </p:sp>
    </p:spTree>
    <p:extLst>
      <p:ext uri="{BB962C8B-B14F-4D97-AF65-F5344CB8AC3E}">
        <p14:creationId xmlns:p14="http://schemas.microsoft.com/office/powerpoint/2010/main" val="1296202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A graph with numbers and dots&#10;&#10;AI-generated content may be incorrect.">
            <a:extLst>
              <a:ext uri="{FF2B5EF4-FFF2-40B4-BE49-F238E27FC236}">
                <a16:creationId xmlns:a16="http://schemas.microsoft.com/office/drawing/2014/main" id="{C5E6C36D-895F-1631-4834-D4FFDE2FA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976603"/>
            <a:ext cx="4777381" cy="273505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8D2B5-AA1C-22EE-1C16-8BFDA8F07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en-GB" sz="1100" b="1" dirty="0"/>
              <a:t>Feature 67300 (positive, n=5): ABSCISIC ACID.</a:t>
            </a:r>
            <a:r>
              <a:rPr lang="en-GB" sz="1100" dirty="0"/>
              <a:t> MS2Query annotates this as Abscisic Acid with superclass "Apocarotenoids" — that's the main drought signalling hormone in plants. The fact that our analysis independently recovers ABA as one of the most cross-species consistent drought-enriched metabolites is a direct biological validation that the method works correctly.</a:t>
            </a:r>
          </a:p>
          <a:p>
            <a:r>
              <a:rPr lang="en-GB" sz="1100" b="1" dirty="0"/>
              <a:t>Feature 86554 (negative, n=5): also ABA.</a:t>
            </a:r>
            <a:r>
              <a:rPr lang="en-GB" sz="1100" dirty="0"/>
              <a:t> This is unannotated in our table but it's the exact feature the paper identifies in the text as ABA in negative ionization mode — the one that correlates with Penicillium fASV_46. So ABA appears twice in our core list, once in each ionization mode, both enriched in 5 species. Same compound, two detections.</a:t>
            </a:r>
          </a:p>
          <a:p>
            <a:r>
              <a:rPr lang="en-GB" sz="1100" b="1" dirty="0"/>
              <a:t>Feature 36800 (negative, n=4):</a:t>
            </a:r>
            <a:r>
              <a:rPr lang="en-GB" sz="1100" dirty="0"/>
              <a:t> SIRIUS annotates this as </a:t>
            </a:r>
            <a:r>
              <a:rPr lang="en-GB" sz="1100" dirty="0" err="1"/>
              <a:t>dihydrophaseic</a:t>
            </a:r>
            <a:r>
              <a:rPr lang="en-GB" sz="1100" dirty="0"/>
              <a:t> acid-4-O-beta-glucoside, which is a direct breakdown product of ABA. So we have ABA itself enriched in drought, and one of its catabolites also enriched — consistent with plants ramping up the entire ABA pathway under drought.</a:t>
            </a:r>
          </a:p>
          <a:p>
            <a:r>
              <a:rPr lang="en-GB" sz="1100" dirty="0"/>
              <a:t>The most intriguing features are </a:t>
            </a:r>
            <a:r>
              <a:rPr lang="en-GB" sz="1100" b="1" dirty="0"/>
              <a:t>154873 (n=8) and 165413 (n=7)</a:t>
            </a:r>
            <a:r>
              <a:rPr lang="en-GB" sz="1100" dirty="0"/>
              <a:t> — the most cross-species consistent drought metabolites in the entire dataset, more consistent than even ABA, both completely unannotated. These are your best candidates for novel drought-associated compounds worth investigating further.</a:t>
            </a:r>
          </a:p>
          <a:p>
            <a:endParaRPr lang="en-GR" sz="1100" dirty="0"/>
          </a:p>
        </p:txBody>
      </p:sp>
    </p:spTree>
    <p:extLst>
      <p:ext uri="{BB962C8B-B14F-4D97-AF65-F5344CB8AC3E}">
        <p14:creationId xmlns:p14="http://schemas.microsoft.com/office/powerpoint/2010/main" val="1935140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267</Words>
  <Application>Microsoft Macintosh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Αντωνης Τσουμαλης</dc:creator>
  <cp:lastModifiedBy>Αντωνης Τσουμαλης</cp:lastModifiedBy>
  <cp:revision>2</cp:revision>
  <dcterms:created xsi:type="dcterms:W3CDTF">2026-05-12T17:22:28Z</dcterms:created>
  <dcterms:modified xsi:type="dcterms:W3CDTF">2026-05-12T17:32:53Z</dcterms:modified>
</cp:coreProperties>
</file>